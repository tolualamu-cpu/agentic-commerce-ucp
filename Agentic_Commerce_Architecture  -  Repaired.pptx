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698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0" y="-914400"/>
            <a:ext cx="3474720" cy="3474720"/>
          </a:xfrm>
          <a:prstGeom prst="ellipse">
            <a:avLst/>
          </a:prstGeom>
          <a:solidFill>
            <a:srgbClr val="264A72"/>
          </a:solidFill>
          <a:ln w="12700">
            <a:solidFill>
              <a:srgbClr val="264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3108960"/>
            <a:ext cx="2194560" cy="2194560"/>
          </a:xfrm>
          <a:prstGeom prst="ellipse">
            <a:avLst/>
          </a:prstGeom>
          <a:solidFill>
            <a:srgbClr val="192F4D"/>
          </a:solidFill>
          <a:ln w="12700">
            <a:solidFill>
              <a:srgbClr val="192F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5800" dirty="0"/>
          </a:p>
          <a:p>
            <a:pPr marL="0" indent="0">
              <a:buNone/>
            </a:pPr>
            <a:r>
              <a:rPr lang="en-US" sz="5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502920" y="2633472"/>
            <a:ext cx="34747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76148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Purchasing Agent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Protocol-First  ·  Multi-Agent  ·  Human-in-the-Loop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730752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7307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71016" y="3730752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71016" y="37307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39112" y="3730752"/>
            <a:ext cx="1330452" cy="32004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39112" y="3730752"/>
            <a:ext cx="1330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MCP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97580" y="3730752"/>
            <a:ext cx="850392" cy="320040"/>
          </a:xfrm>
          <a:prstGeom prst="roundRect">
            <a:avLst>
              <a:gd name="adj" fmla="val 17143"/>
            </a:avLst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97580" y="3730752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75988" y="3730752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75988" y="37307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 · Architecture Deck ·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— What We're Building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hours of manual browsing to a 60-second natural-language conversation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694944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694944"/>
            <a:ext cx="27432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74320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254203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shopping across dozens of sites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price comparison &amp; merchant research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checkout flows per merchant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preferences between sessions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27832" y="694944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27832" y="694944"/>
            <a:ext cx="27432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777240"/>
            <a:ext cx="274320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27832" y="777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64992" y="1316736"/>
            <a:ext cx="254203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+ 4 specialist agents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Commerce Protocol (UCP) interface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Discovers, compares &amp; purchases on your behalf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 before any money is spent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35624" y="694944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35624" y="694944"/>
            <a:ext cx="274320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35624" y="777240"/>
            <a:ext cx="27432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35624" y="777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72784" y="1316736"/>
            <a:ext cx="254203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purchase in 60 seconds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UCP-compliant merchant, any payment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every agent action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merchants added with zero agent changes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CLI + Shopify MCP + Stripe test mode — scales automatically to any UCP merchant as protocol adoption grows, zero agent code changes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7 Layers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65338" y="25146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contract at L3 · Gateway is the scalability pivot at L4 · Agents only speak UCP vocabulary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704088"/>
            <a:ext cx="8558784" cy="534924"/>
          </a:xfrm>
          <a:prstGeom prst="rect">
            <a:avLst/>
          </a:prstGeom>
          <a:solidFill>
            <a:srgbClr val="DBEAFE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704088"/>
            <a:ext cx="118872" cy="53492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704088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704088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70048" y="795528"/>
            <a:ext cx="0" cy="352044"/>
          </a:xfrm>
          <a:prstGeom prst="line">
            <a:avLst/>
          </a:prstGeom>
          <a:noFill/>
          <a:ln w="9525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0" y="795528"/>
            <a:ext cx="0" cy="352044"/>
          </a:xfrm>
          <a:prstGeom prst="line">
            <a:avLst/>
          </a:prstGeom>
          <a:noFill/>
          <a:ln w="9525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704088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→  Rich CLI  →  Streaming output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42432" y="704088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Confirmation Gates · Interactive approval before every irreversible action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1249985"/>
            <a:ext cx="8558784" cy="5349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92608" y="1249985"/>
            <a:ext cx="118872" cy="5349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1249985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5528" y="1249985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70048" y="1341425"/>
            <a:ext cx="0" cy="352044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0" y="1341425"/>
            <a:ext cx="0" cy="352044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0" y="1249985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OrchestratorAgent  (claude-sonnet-4-6)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42432" y="1249985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DiscoveryAgent · EvaluationAgent · PurchaseAgent · TrackingAgent  (claude-haiku-4-5)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" y="1795882"/>
            <a:ext cx="8558784" cy="534924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1795882"/>
            <a:ext cx="118872" cy="5349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1795882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5528" y="1795882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⟵  STABLE CONTRACT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70048" y="1887322"/>
            <a:ext cx="0" cy="352044"/>
          </a:xfrm>
          <a:prstGeom prst="line">
            <a:avLst/>
          </a:prstGeom>
          <a:noFill/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69280" y="1887322"/>
            <a:ext cx="0" cy="352044"/>
          </a:xfrm>
          <a:prstGeom prst="line">
            <a:avLst/>
          </a:prstGeom>
          <a:noFill/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0" y="1795882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discovery_tools · evaluation_tools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42432" y="1795882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purchase_tools · tracking_tools · shared_tools  (audit_log · validate_mandate)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2608" y="2341778"/>
            <a:ext cx="8558784" cy="534924"/>
          </a:xfrm>
          <a:prstGeom prst="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2608" y="2341778"/>
            <a:ext cx="118872" cy="53492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2341778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95528" y="2341778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70048" y="2433218"/>
            <a:ext cx="0" cy="352044"/>
          </a:xfrm>
          <a:prstGeom prst="line">
            <a:avLst/>
          </a:prstGeom>
          <a:noFill/>
          <a:ln w="9525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669280" y="2433218"/>
            <a:ext cx="0" cy="352044"/>
          </a:xfrm>
          <a:prstGeom prst="line">
            <a:avLst/>
          </a:prstGeom>
          <a:noFill/>
          <a:ln w="9525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0" y="2341778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MerchantGateway: try-UCP-first  →  direct fallback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42432" y="2341778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PaymentGateway: mandate_id  →  payment token  (raw card never crosses this boundary)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2608" y="2887675"/>
            <a:ext cx="8558784" cy="53492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92608" y="2887675"/>
            <a:ext cx="118872" cy="5349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1480" y="2887675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95528" y="2887675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70048" y="2979115"/>
            <a:ext cx="0" cy="35204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669280" y="2979115"/>
            <a:ext cx="0" cy="35204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0" y="2887675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UCPRestClient · UCPMCPClient · RequestSigner (RFC 9421)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42432" y="2887675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AP2MandateEngine (local, HMAC-signed) · StripeAdapter · CapabilityNegotiator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2608" y="3433572"/>
            <a:ext cx="8558784" cy="53492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92608" y="3433572"/>
            <a:ext cx="118872" cy="5349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3433572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95528" y="3433572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670048" y="3525012"/>
            <a:ext cx="0" cy="352044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669280" y="3525012"/>
            <a:ext cx="0" cy="352044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0" y="3433572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ShopifyMCPAdapter (MVP) · GenericUCPAdapter (any UCP merchant)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42432" y="3433572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UCPProfileDiscovery: /.well-known/ucp  →  stub fallback · 60 s client cache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2608" y="3979469"/>
            <a:ext cx="8558784" cy="534924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92608" y="3979469"/>
            <a:ext cx="118872" cy="5349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11480" y="3979469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795528" y="3979469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70048" y="4070909"/>
            <a:ext cx="0" cy="352044"/>
          </a:xfrm>
          <a:prstGeom prst="line">
            <a:avLst/>
          </a:prstGeom>
          <a:noFill/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669280" y="4070909"/>
            <a:ext cx="0" cy="352044"/>
          </a:xfrm>
          <a:prstGeom prst="line">
            <a:avLst/>
          </a:prstGeom>
          <a:noFill/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43200" y="3979469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TinyDB (MVP)  →  PostgreSQL + Redis (target)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742432" y="3979469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· orders · audit_log · spend_records · profile_cache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coordination via Orchestrator tool calls · No direct agent-to-agent communication · Subagents return Pydantic objects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713232"/>
            <a:ext cx="7315200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713232"/>
            <a:ext cx="11887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71323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11556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 ·  streaming  ·  HITL safety gates  ·  subagent coordination  ·  mandate verification  ·  audit logging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85900" y="1609344"/>
            <a:ext cx="0" cy="237744"/>
          </a:xfrm>
          <a:prstGeom prst="line">
            <a:avLst/>
          </a:prstGeom>
          <a:noFill/>
          <a:ln w="19050">
            <a:solidFill>
              <a:srgbClr val="2196F3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1965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874520"/>
            <a:ext cx="1965960" cy="8229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1956816"/>
            <a:ext cx="196596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9568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" y="2596896"/>
            <a:ext cx="1709928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" y="259689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264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3081528"/>
            <a:ext cx="1764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search_products()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get_product_details()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check_stock()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187952"/>
            <a:ext cx="196596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4187952"/>
            <a:ext cx="196596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42245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confidence_score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result. Returns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in-stock items only.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43300" y="1609344"/>
            <a:ext cx="0" cy="237744"/>
          </a:xfrm>
          <a:prstGeom prst="line">
            <a:avLst/>
          </a:prstGeom>
          <a:noFill/>
          <a:ln w="19050">
            <a:solidFill>
              <a:srgbClr val="16A34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0" y="1874520"/>
            <a:ext cx="1965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0" y="1874520"/>
            <a:ext cx="196596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1956816"/>
            <a:ext cx="196596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0" y="19568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88336" y="2596896"/>
            <a:ext cx="1709928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88336" y="259689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7004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70048" y="3081528"/>
            <a:ext cx="1764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rank_products()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fetch_reviews()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compare_prices()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0" y="4187952"/>
            <a:ext cx="196596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0" y="4187952"/>
            <a:ext cx="196596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33472" y="42245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scoring.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LOW_CONFIDENCE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top pick &lt; 0.8.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00700" y="1609344"/>
            <a:ext cx="0" cy="237744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17720" y="1874520"/>
            <a:ext cx="1965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17720" y="1874520"/>
            <a:ext cx="196596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17720" y="1956816"/>
            <a:ext cx="1965960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17720" y="19568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45736" y="2596896"/>
            <a:ext cx="1709928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45736" y="259689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2744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27448" y="3081528"/>
            <a:ext cx="1764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validate_mandate()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create_checkout()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complete_order()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4187952"/>
            <a:ext cx="196596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17720" y="4187952"/>
            <a:ext cx="19659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90872" y="42245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Double-validates mandate.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receives mandate_id.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card data.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58100" y="1609344"/>
            <a:ext cx="0" cy="237744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675120" y="1874520"/>
            <a:ext cx="1965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675120" y="1874520"/>
            <a:ext cx="196596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675120" y="1956816"/>
            <a:ext cx="196596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675120" y="19568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03136" y="2596896"/>
            <a:ext cx="1709928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03136" y="259689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8484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784848" y="3081528"/>
            <a:ext cx="1764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get_order_status()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initiate_return()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check_refund()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75120" y="4187952"/>
            <a:ext cx="196596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675120" y="4187952"/>
            <a:ext cx="19659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748272" y="42245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order status.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returns.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user confirm.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Purchase Flow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Evaluation → HITL Confirmation Gate → Purchase Execution → Order Confirmed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48646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04088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04104" y="704088"/>
            <a:ext cx="320040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04104" y="704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322576"/>
            <a:ext cx="153619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75688" y="2322576"/>
            <a:ext cx="6528816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75688" y="2322576"/>
            <a:ext cx="6528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960120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960120"/>
            <a:ext cx="1536192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" y="1088136"/>
            <a:ext cx="320040" cy="3200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106984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" y="1453896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" y="15087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intent in natural language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47672" y="164592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75688" y="960120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75688" y="960120"/>
            <a:ext cx="15361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148840" y="1088136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48840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106984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Agt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48840" y="1453896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48840" y="15087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search across merchants via MCP / UCP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164592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39896" y="960120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739896" y="960120"/>
            <a:ext cx="15361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13048" y="1088136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13048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78808" y="106984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13048" y="1453896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13048" y="15087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/.well-known/ucp, negotiate capabilities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76088" y="164592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404104" y="960120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04104" y="960120"/>
            <a:ext cx="153619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77256" y="1088136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77256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43016" y="106984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Agent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77256" y="1453896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77256" y="15087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scoring: preference, price, trust, shipping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40296" y="164592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068312" y="960120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68312" y="960120"/>
            <a:ext cx="153619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141464" y="1088136"/>
            <a:ext cx="320040" cy="3200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41464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507224" y="106984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41464" y="1453896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41464" y="15087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ranked options to user (Rich cards)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11480" y="2578608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11480" y="2578608"/>
            <a:ext cx="15361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84632" y="2706624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4632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50392" y="268833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Orch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4632" y="3072384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4632" y="312724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CONFIRM gate · Risk-tiered human approval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947672" y="3264408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075688" y="2578608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075688" y="2578608"/>
            <a:ext cx="153619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148840" y="2706624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14884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514600" y="268833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Agt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148840" y="3072384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148840" y="312724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AgentMandate (HMAC + cap check)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11880" y="3264408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739896" y="2578608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739896" y="2578608"/>
            <a:ext cx="15361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813048" y="2706624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813048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178808" y="268833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813048" y="3072384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813048" y="312724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/checkout-sessions + PUT with items/buyer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276088" y="3264408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404104" y="2578608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404104" y="2578608"/>
            <a:ext cx="153619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477256" y="2706624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477256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843016" y="268833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477256" y="3072384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477256" y="312724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payment · Trust Triangle · No raw card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940296" y="3264408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068312" y="2578608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068312" y="2578608"/>
            <a:ext cx="153619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141464" y="2706624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141464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7507224" y="268833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7141464" y="3072384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141464" y="312724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/complete · Order confirmed · Mandate spend recorded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604504" y="1645920"/>
            <a:ext cx="3200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924544" y="1645920"/>
            <a:ext cx="0" cy="161848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411480" y="3264408"/>
            <a:ext cx="851306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MerchantGateway — The Scalability Engine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-169366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merchant call routes through here · Agents never know which path ran · New merchants = zero agent changes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731520"/>
            <a:ext cx="2377440" cy="384048"/>
          </a:xfrm>
          <a:prstGeom prst="roundRect">
            <a:avLst>
              <a:gd name="adj" fmla="val 4761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731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 ·  search_products(domain)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15568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1243584"/>
            <a:ext cx="237744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80160" y="1243584"/>
            <a:ext cx="914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89888" y="124358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cached?  (60 s TTL)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1435608"/>
            <a:ext cx="8229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75888" y="12344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07992" y="1243584"/>
            <a:ext cx="15544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124358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cached client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jump to Execute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1627632"/>
            <a:ext cx="0" cy="12801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23744" y="1627632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1755648"/>
            <a:ext cx="237744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80160" y="1755648"/>
            <a:ext cx="91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89888" y="1755648"/>
            <a:ext cx="226771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UCPProfileDiscovery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.try_discover(domain)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2139696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80160" y="2267712"/>
            <a:ext cx="237744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80160" y="2267712"/>
            <a:ext cx="914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89888" y="22677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/.well-known/ucp  found &amp; valid?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2651760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23744" y="265176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2779776"/>
            <a:ext cx="237744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280160" y="2779776"/>
            <a:ext cx="914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89888" y="2779776"/>
            <a:ext cx="226771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UCPProfile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capabilities &amp; transport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3163824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80160" y="3291840"/>
            <a:ext cx="237744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280160" y="3291840"/>
            <a:ext cx="914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389888" y="3291840"/>
            <a:ext cx="226771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client (60 s TTL)  →  Execute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68880" y="3675888"/>
            <a:ext cx="0" cy="128016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280160" y="3803904"/>
            <a:ext cx="2377440" cy="384048"/>
          </a:xfrm>
          <a:prstGeom prst="roundRect">
            <a:avLst>
              <a:gd name="adj" fmla="val 4761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80160" y="38039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ProductResult[]  ·  CheckoutSession  ·  etc.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0" y="2459736"/>
            <a:ext cx="14173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03320" y="22768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74920" y="2459736"/>
            <a:ext cx="0" cy="25603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74920" y="249631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UCP-native transport: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74920" y="2715768"/>
            <a:ext cx="315468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074920" y="2715768"/>
            <a:ext cx="91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02936" y="27157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 ·  UCPRestClient + RFC 9421 signing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89520" y="2788920"/>
            <a:ext cx="603504" cy="2286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589520" y="278892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74920" y="3172968"/>
            <a:ext cx="31546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074920" y="3172968"/>
            <a:ext cx="914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202936" y="31729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 ·  UCPMCPClient  JSON-RPC 2.0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589520" y="3246120"/>
            <a:ext cx="603504" cy="2286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589520" y="324612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74920" y="3630168"/>
            <a:ext cx="31546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074920" y="3630168"/>
            <a:ext cx="9144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202936" y="36301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  ·  UCPA2AClient  Agent-to-Agent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589520" y="3703320"/>
            <a:ext cx="603504" cy="228600"/>
          </a:xfrm>
          <a:prstGeom prst="roundRect">
            <a:avLst>
              <a:gd name="adj" fmla="val 16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589520" y="370332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74920" y="3968496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UCP profile — direct fallback: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74920" y="4178808"/>
            <a:ext cx="315468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074920" y="4178808"/>
            <a:ext cx="914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202936" y="417880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ShopifyMCPAdapter  (or custom adapter)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UCP-native merchant → 1 line of config. Non-UCP merchant → 1 adapter class. In both cases: zero agent code changes.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— Defence in Depth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protection layers · A purchase must pass ALL five · Any failure blocks and informs the 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04088"/>
            <a:ext cx="71780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4904" y="786384"/>
            <a:ext cx="365760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4904" y="78638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5528" y="704088"/>
            <a:ext cx="166420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5528" y="704088"/>
            <a:ext cx="16642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BOUNDS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51176" y="704088"/>
            <a:ext cx="494690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AgentMandate: HMAC-SHA256 signed · per-transaction cap · daily cap · monthly cap · instant revocation at any time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09060" y="1344168"/>
            <a:ext cx="0" cy="640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07808" y="777240"/>
            <a:ext cx="1261872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07808" y="777240"/>
            <a:ext cx="126187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 / expired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cap exceeded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98080" y="1024128"/>
            <a:ext cx="109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1408176"/>
            <a:ext cx="717804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" y="1490472"/>
            <a:ext cx="365760" cy="47548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" y="149047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5528" y="1408176"/>
            <a:ext cx="1664208" cy="640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5528" y="1408176"/>
            <a:ext cx="16642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51176" y="1408176"/>
            <a:ext cx="494690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$30 trusted vendor → soft confirm (Enter)   ·   &gt; $100 → type CONFIRM   ·   &gt; $500 → CONFIRM + full order summary panel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09060" y="2048256"/>
            <a:ext cx="0" cy="640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07808" y="1481328"/>
            <a:ext cx="1261872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07808" y="1481328"/>
            <a:ext cx="126187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cancels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no response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98080" y="1728216"/>
            <a:ext cx="109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2112264"/>
            <a:ext cx="7178040" cy="640080"/>
          </a:xfrm>
          <a:prstGeom prst="rect">
            <a:avLst/>
          </a:prstGeom>
          <a:solidFill>
            <a:srgbClr val="FEF9C3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4904" y="2194560"/>
            <a:ext cx="365760" cy="47548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4904" y="21945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95528" y="2112264"/>
            <a:ext cx="1664208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5528" y="2112264"/>
            <a:ext cx="16642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51176" y="2112264"/>
            <a:ext cx="494690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VendorGate: allowlist / blocklist   ·   SpendingLimiter: DB-backed cap check   ·   ConfidenceChecker: agent score &lt; 0.8 → escalate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09060" y="2752344"/>
            <a:ext cx="0" cy="640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07808" y="2185416"/>
            <a:ext cx="1261872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07808" y="2185416"/>
            <a:ext cx="126187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blocklisted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low confidence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98080" y="2432304"/>
            <a:ext cx="109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" y="2816352"/>
            <a:ext cx="7178040" cy="640080"/>
          </a:xfrm>
          <a:prstGeom prst="rect">
            <a:avLst/>
          </a:prstGeom>
          <a:solidFill>
            <a:srgbClr val="FCE7F3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74904" y="2898648"/>
            <a:ext cx="365760" cy="47548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4904" y="289864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95528" y="2816352"/>
            <a:ext cx="1664208" cy="64008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95528" y="2816352"/>
            <a:ext cx="16642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551176" y="2816352"/>
            <a:ext cx="494690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logged BEFORE execution, not after · Never deleted · Includes mandate_id · If DB write fails → abort transaction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909060" y="3456432"/>
            <a:ext cx="0" cy="640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607808" y="2889504"/>
            <a:ext cx="1261872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607808" y="2889504"/>
            <a:ext cx="126187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write fails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abort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498080" y="3136392"/>
            <a:ext cx="109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20040" y="3520440"/>
            <a:ext cx="717804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74904" y="3602736"/>
            <a:ext cx="365760" cy="47548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74904" y="360273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95528" y="3520440"/>
            <a:ext cx="1664208" cy="6400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95528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ISOLATION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551176" y="3520440"/>
            <a:ext cx="494690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payment_method_id never appears in agent context window · PaymentGateway only · Stripe tokenises · PCI-DSS scope = Stripe's problem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07808" y="3593592"/>
            <a:ext cx="1261872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607808" y="3593592"/>
            <a:ext cx="126187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error → halt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auto-retry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498080" y="3840480"/>
            <a:ext cx="109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909060" y="4224528"/>
            <a:ext cx="0" cy="164592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857500" y="4389120"/>
            <a:ext cx="2103120" cy="347472"/>
          </a:xfrm>
          <a:prstGeom prst="roundRect">
            <a:avLst>
              <a:gd name="adj" fmla="val 4736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857500" y="4389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EXECUTED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 — UCP Vocabulary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field names are the stable contract · payment_method_id is structurally isolated from agent context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731520"/>
            <a:ext cx="205740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731520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731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2057400" cy="192024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02412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21615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email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408176"/>
            <a:ext cx="2057400" cy="192024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408176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addresses[ 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60020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vendor_allowlist[ ]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1792224"/>
            <a:ext cx="2057400" cy="192024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179222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vendor_blocklist[ ]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542032"/>
            <a:ext cx="2057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542032"/>
            <a:ext cx="2057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2542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AgentMandate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2834640"/>
            <a:ext cx="205740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83464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mandate_id (PK)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302666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218688"/>
            <a:ext cx="205740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321868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max_amount · daily_cap · monthly_cap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41071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allowed_categories[ ]  ·  allowed_vendors[ 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3602736"/>
            <a:ext cx="205740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3602736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· revoked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79476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digital_signature (HMAC-SHA256)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88920" y="731520"/>
            <a:ext cx="2057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88920" y="731520"/>
            <a:ext cx="20574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88920" y="731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UCPProfile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88920" y="1024128"/>
            <a:ext cx="2057400" cy="192024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80360" y="102412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merchant_domain (PK)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80360" y="121615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capabilities[ ]  (namespaces)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88920" y="1408176"/>
            <a:ext cx="2057400" cy="192024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80360" y="1408176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services[ ]  (transport type)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880360" y="160020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payment_handlers[ 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88920" y="1792224"/>
            <a:ext cx="2057400" cy="192024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80360" y="179222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signing_keys  (JWK)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880360" y="198424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cached_at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88920" y="2542032"/>
            <a:ext cx="205740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88920" y="2542032"/>
            <a:ext cx="20574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88920" y="2542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CheckoutSession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88920" y="2834640"/>
            <a:ext cx="2057400" cy="192024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880360" y="283464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(PK)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880360" y="302666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merchant_domain (FK)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88920" y="3218688"/>
            <a:ext cx="2057400" cy="192024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880360" y="321868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line_items[ ]  ·  currency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880360" y="341071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· discount · tax · total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88920" y="3602736"/>
            <a:ext cx="2057400" cy="192024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880360" y="3602736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(open / completed)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321808" y="731520"/>
            <a:ext cx="2057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321808" y="731520"/>
            <a:ext cx="20574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21808" y="731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PurchaseOrder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321808" y="1024128"/>
            <a:ext cx="205740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413248" y="102412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13248" y="121615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(FK)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321808" y="1408176"/>
            <a:ext cx="205740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413248" y="1408176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mandate_id (FK)  ←  never card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13248" y="160020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items[ ]  ·  total  ·  status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321808" y="1792224"/>
            <a:ext cx="205740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413248" y="179222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tracking_number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413248" y="198424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321808" y="2542032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174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321808" y="2542032"/>
            <a:ext cx="2057400" cy="292608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321808" y="2542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AuditEntry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321808" y="2834640"/>
            <a:ext cx="2057400" cy="192024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413248" y="283464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entry_id (PK)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413248" y="302666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mandate_id (FK)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321808" y="3218688"/>
            <a:ext cx="2057400" cy="192024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413248" y="321868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tool  ·  action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413248" y="341071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589520" y="731520"/>
            <a:ext cx="1298448" cy="1481328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589520" y="731520"/>
            <a:ext cx="129844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589520" y="73152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PaymentCredential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662672" y="106070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last_four · brand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589520" y="1645920"/>
            <a:ext cx="1298448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589520" y="16459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ISOLATED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visible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agents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284732" y="1984248"/>
            <a:ext cx="0" cy="5577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992124" y="2153412"/>
            <a:ext cx="58521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92124" y="215341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17620" y="1984248"/>
            <a:ext cx="0" cy="5577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525012" y="2153412"/>
            <a:ext cx="58521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525012" y="215341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313432" y="3108960"/>
            <a:ext cx="4754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258568" y="2999232"/>
            <a:ext cx="58521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258568" y="299923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846320" y="3108960"/>
            <a:ext cx="4754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791456" y="2999232"/>
            <a:ext cx="58521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791456" y="299923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350508" y="1984248"/>
            <a:ext cx="0" cy="5577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6057900" y="2153412"/>
            <a:ext cx="58521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6057900" y="215341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Enhancement — No Rewrites Required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9184" y="-192024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works today with Shopify MCP + Stripe · Each capability activates automatically as UCP adoption grows · Agents never change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" y="713232"/>
            <a:ext cx="269748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" y="713232"/>
            <a:ext cx="26974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" y="713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" y="11338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Today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" y="1463040"/>
            <a:ext cx="269748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" y="14630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17373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MCP product search &amp; checkout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2066544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211226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112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test mode payment execution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" y="244144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248716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2487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AP2 mandates (HMAC-signed, no merchant dep)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" y="2816352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286207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28620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9421 request signing (forward-compatible)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" y="3191256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" y="3236976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stubs: merchant_profiles.json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0624" y="356616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" y="361188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" y="3611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via polling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" y="3941064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" y="398678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3986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HITL safety gates + audit log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" y="4535424"/>
            <a:ext cx="2697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9184" y="4572000"/>
            <a:ext cx="269748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0624" y="45720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MCP + Stripe SDK + Anthropic API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26664" y="2798064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46120" y="713232"/>
            <a:ext cx="269748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46120" y="713232"/>
            <a:ext cx="2697480" cy="7498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46120" y="713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46120" y="11338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Merchant Adoption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46120" y="1463040"/>
            <a:ext cx="269748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46120" y="14630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BY MERCHANTS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55848" y="173736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93592" y="17373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/.well-known/ucp profile discovery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37560" y="2066544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55848" y="211226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593592" y="2112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capability negotiation per merchant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37560" y="244144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55848" y="248716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593592" y="2487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UCPRestClient auto-activates for any UCP merchant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337560" y="2816352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355848" y="286207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593592" y="28620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Webhook-driven order tracking (replaces polling)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37560" y="3191256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355848" y="3236976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593592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Multi-merchant fan-out via MerchantRouter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337560" y="356616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355848" y="361188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593592" y="3611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RFC 9421 verification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46120" y="4535424"/>
            <a:ext cx="2697480" cy="365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246120" y="4572000"/>
            <a:ext cx="2697480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337560" y="45720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publish /.well-known/ucp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943600" y="2798064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163056" y="713232"/>
            <a:ext cx="269748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163056" y="713232"/>
            <a:ext cx="269748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163056" y="713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6163056" y="11338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Protocol Stack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163056" y="1463040"/>
            <a:ext cx="2697480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163056" y="14630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272784" y="173736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510528" y="17373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 extension: dev.ucp.extensions.ap2 in profiles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254496" y="2066544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72784" y="211226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510528" y="2112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mandate proofs at merchant side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254496" y="244144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272784" y="248716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510528" y="2487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transport (agent-to-agent direct flows)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254496" y="2816352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272784" y="286207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510528" y="28620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UI + hosted REST API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254496" y="3191256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272784" y="3236976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51052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replenishment within mandate limits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254496" y="356616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272784" y="361188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510528" y="3611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profiles + cloud hosting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163056" y="4535424"/>
            <a:ext cx="26974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163056" y="4572000"/>
            <a:ext cx="2697480" cy="31089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254496" y="45720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UCP + AP2 extension adoption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264A72"/>
          </a:solidFill>
          <a:ln w="12700">
            <a:solidFill>
              <a:srgbClr val="264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Starting 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testable without Stripe or Shopify  ·  No external API dependencies  ·  Pure Python logic + unit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914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70078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165506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9536" y="185623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schemas: UCPProfile · ProductResult · CheckoutSession · PurchaseOrder · AgentMandate · UserProfile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176272"/>
            <a:ext cx="914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24942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" y="220370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storage/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9536" y="240487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TinyDB wrapper tables: mandates · orders · audit_log · spend_records · profile_cache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72491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724912"/>
            <a:ext cx="9144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2798064"/>
            <a:ext cx="292608" cy="29260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" y="275234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ucp/signing.py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9536" y="295351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9421 HTTP Message Signatures + JWK key generation — forward-compatible, implemented now at zero cost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162763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1627632"/>
            <a:ext cx="914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1700784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02936" y="165506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ucp/ap2_extension.py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02936" y="185623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AP2MandateEngine: create / verify / revoke / record_spend — fully local HMAC-SHA256, no merchant dependency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217627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2176272"/>
            <a:ext cx="914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224942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02936" y="220370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guardrails/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02936" y="240487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SpendingLimiter · VendorGate · ConfidenceChecker — independent of agents, fully unit-testable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272491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9160" y="2724912"/>
            <a:ext cx="91440" cy="45720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46320" y="2798064"/>
            <a:ext cx="292608" cy="29260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02936" y="275234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202936" y="295351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 (typed config, model constants, spending defaults) · .env.example (all vars documented)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all Phase 0 components  ·  No Stripe  ·  No Shopify  ·  Just clean Python logic you can verify immediately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1593</Words>
  <Application>Microsoft Macintosh PowerPoint</Application>
  <PresentationFormat>On-screen Show (16:9)</PresentationFormat>
  <Paragraphs>333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Commerce Architecture</dc:title>
  <dc:subject>PptxGenJS Presentation</dc:subject>
  <dc:creator>Agentic Commerce</dc:creator>
  <cp:lastModifiedBy>Alamu, Tolu Oluwaseun</cp:lastModifiedBy>
  <cp:revision>2</cp:revision>
  <dcterms:created xsi:type="dcterms:W3CDTF">2026-05-11T02:11:20Z</dcterms:created>
  <dcterms:modified xsi:type="dcterms:W3CDTF">2026-05-11T16:40:57Z</dcterms:modified>
</cp:coreProperties>
</file>